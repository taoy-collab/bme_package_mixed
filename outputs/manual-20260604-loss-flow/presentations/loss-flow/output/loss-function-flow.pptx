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6ac47b386f499a" /><Relationship Type="http://schemas.openxmlformats.org/officeDocument/2006/relationships/extended-properties" Target="/docProps/app.xml" Id="Rc087d3b3a98d414b" /><Relationship Type="http://schemas.openxmlformats.org/officeDocument/2006/relationships/officeDocument" Target="/ppt/presentation.xml" Id="R8a67062cc1ea44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a73e96e1ca4cfb"/>
  </p:sldMasterIdLst>
  <p:notesMasterIdLst>
    <p:notesMasterId xmlns:r="http://schemas.openxmlformats.org/officeDocument/2006/relationships" r:id="R3c3492b784254de9"/>
  </p:notesMasterIdLst>
  <p:sldIdLst>
    <p:sldId xmlns:r="http://schemas.openxmlformats.org/officeDocument/2006/relationships" id="256" r:id="Rd53d078b200c40c4"/>
    <p:sldId xmlns:r="http://schemas.openxmlformats.org/officeDocument/2006/relationships" id="257" r:id="Re424180dd16749ce"/>
    <p:sldId xmlns:r="http://schemas.openxmlformats.org/officeDocument/2006/relationships" id="258" r:id="Raf78013258fb4b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8b50ffb1b546d0" /><Relationship Type="http://schemas.openxmlformats.org/officeDocument/2006/relationships/slideMaster" Target="/ppt/slideMasters/slideMaster1.xml" Id="R19a73e96e1ca4cfb" /><Relationship Type="http://schemas.openxmlformats.org/officeDocument/2006/relationships/notesMaster" Target="/ppt/notesMasters/notesMaster1.xml" Id="R3c3492b784254de9" /><Relationship Type="http://schemas.openxmlformats.org/officeDocument/2006/relationships/presProps" Target="/ppt/presProps.xml" Id="R57b3efb8493d4cd3" /><Relationship Type="http://schemas.openxmlformats.org/officeDocument/2006/relationships/viewProps" Target="/ppt/viewProps.xml" Id="R169a6c40cd4341cc" /><Relationship Type="http://schemas.openxmlformats.org/officeDocument/2006/relationships/tableStyles" Target="/ppt/tableStyles.xml" Id="R837b348aa0cc4059" /><Relationship Type="http://schemas.openxmlformats.org/officeDocument/2006/relationships/slide" Target="/ppt/slides/slide1.xml" Id="Rd53d078b200c40c4" /><Relationship Type="http://schemas.openxmlformats.org/officeDocument/2006/relationships/slide" Target="/ppt/slides/slide2.xml" Id="Re424180dd16749ce" /><Relationship Type="http://schemas.openxmlformats.org/officeDocument/2006/relationships/slide" Target="/ppt/slides/slide3.xml" Id="Raf78013258fb4b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a9f861644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285cf714194b87" /><Relationship Type="http://schemas.openxmlformats.org/officeDocument/2006/relationships/notesMaster" Target="/ppt/notesMasters/notesMaster1.xml" Id="R11b93b20e491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81153876034aa2" /><Relationship Type="http://schemas.openxmlformats.org/officeDocument/2006/relationships/notesMaster" Target="/ppt/notesMasters/notesMaster1.xml" Id="R788d394fc89c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817160c5514562" /><Relationship Type="http://schemas.openxmlformats.org/officeDocument/2006/relationships/notesMaster" Target="/ppt/notesMasters/notesMaster1.xml" Id="Rd48f15d6458043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8870cfe4a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751065c7e4c90" /><Relationship Type="http://schemas.openxmlformats.org/officeDocument/2006/relationships/slideLayout" Target="/ppt/slideLayouts/slideLayout1.xml" Id="R7b824472631e40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824472631e40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d06ffd55c4373" /><Relationship Type="http://schemas.openxmlformats.org/officeDocument/2006/relationships/notesSlide" Target="/ppt/notesSlides/notesSlide1.xml" Id="R3c137aa7cf3f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f2a21b9a54429" /><Relationship Type="http://schemas.openxmlformats.org/officeDocument/2006/relationships/notesSlide" Target="/ppt/notesSlides/notesSlide2.xml" Id="R2e0354b5b6db42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a7bae21e44fb6" /><Relationship Type="http://schemas.openxmlformats.org/officeDocument/2006/relationships/notesSlide" Target="/ppt/notesSlides/notesSlide3.xml" Id="Rb7d4bc5bd4114e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982D8-6445-4E05-B10E-C3FD5609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12F5FBA7-B185-44AD-8A2F-723DC99B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LOSS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F8505-69D9-48A5-B4B4-E7F691CC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D95FE-631E-4A55-998C-3F2C531E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多分支输出与动态权重共同形成总损失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FC432-C5FB-43A0-928D-D7DD1154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77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模型输出与 batch 字段先决定每个 loss 的输入，再由调度器控制进入 L_total 的时机和权重。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39025-7376-4701-B0C0-1D0ECEFD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2428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模型输出 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A3207-8016-4A36-A4F7-A5933B30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04511-4DE1-4626-866B-068B922A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9490D-69BF-4ECD-9BA8-17CB7629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47CAF-FA4E-4EAD-A129-B839609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CFB34-6245-4EE4-A567-ED6C0285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082A4-9590-4EC7-8F91-80AB1DBB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F5C50-F0F1-45B1-8C65-6EAE5DB6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core_logits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3213E-0BD6-4907-9375-D0EAA6C9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2428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训练 batch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B3E24-25D4-4EC1-A166-3D71B57B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9CE3E-FB1F-4DEF-8F52-528D4388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F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B5CD7-8329-44F5-A662-E279ED38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label / mask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F3A39-12CE-40D3-9D71-983982A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F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27DD5-466B-4334-8A6F-B8EAD5C0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69140-A0D7-4DA3-91BC-5B51F1E9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F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EE731-CFF4-462B-AD97-858118EB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sdf / dist_map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D08D0-4965-4BBB-89B3-F57BCD4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F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9EE93-E6D2-4BDF-B7F0-1745576E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1DD7F-24C9-4232-B61A-672BBB5B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F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9163F3-B845-4230-A9F3-B2F17758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component_weight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0D460-7091-44E3-89A2-BFD7C2B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3F3D69-BDB4-4B6F-86E0-58AC9C60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40BEA-78AC-4B10-B211-D5F9D97F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053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E0983-0619-41BA-B675-B22CA0B4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012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12B4D2-C9AD-41C0-B78C-60E0108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192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损失项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C1DB8-8436-443C-8F7E-5FB2F73F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621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029AA-863D-4051-82BA-CA728FB9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2BB10-8AF0-4122-8D74-107B9151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1927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990EE3-ED31-4D81-8F59-81595BA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Dice Loss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7635C-A128-4565-B6CA-C9392FC0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B3FFDF-C770-472F-91C2-CA7EB409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ADC3C7-46E2-435E-B313-C30B728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573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18730-1EFB-4DDE-9B23-768CA48E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label/mask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62818-5E24-48FF-80DB-1F955045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5737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1CEF47-0A24-4D04-8A4B-65B9C91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component_weight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A56E86-DE5D-4A6B-9F81-88DD148F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881BC1-5D19-4BCF-93DE-FD74D618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516D5C-3AEC-4F5B-895F-E51B449F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CE / BCE Loss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6A92B0-459F-4E4D-AE77-3C27F2DA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717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8B0C55-0BC9-4FF2-87F6-CAEE7ED6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E13FB7-B5E5-41AF-9A86-F39EC161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717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541A70-CDED-49B0-9FB4-49401E7A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label/mask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EC6E46-7B7A-4BA8-AC6B-9B0CD76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717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B54A7D-4334-41A6-B417-D936B56D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component_weight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6B053A-422A-4539-BC00-9E046185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B50CF5-50BD-4FCF-B1D4-E2BEF3E1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4797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B00609-BB96-4D93-9451-1BEF3914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Tversky Loss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F410A5-C126-4FA9-9719-E52C4EF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860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875E40-53EE-4C2E-A40E-6A9BDC1A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9F9810-5BDB-48C4-A625-C99BE76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860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C3D490-1B34-4D19-899D-F1C4DF3E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label/mask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A1FED1-62E8-42DA-87A8-35B96FAF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C6CE7C-B067-4905-8BB7-69A5CF8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component_weight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8299DA-3D09-4B49-BF69-9A5C76C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AF2183-1FB9-4DBE-A190-D081683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6232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AF4C7B-C5AC-4535-955D-1D250710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Boundary-aware CE / BCE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9AD5B4-DA0A-4322-BD22-932431A4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575140-3DCF-4612-A111-559E18D1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028748-293A-4D7F-A24B-965C5C3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004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630433-D9BF-41E2-B110-15A32998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boundary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2F2DB6-3073-4C6C-BACD-9C3A6F8C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04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8846533-C141-4A4B-B04E-EC98CFD6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sdf/dist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A6A270-70B2-4158-BD26-AC6DC70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E72925-72BC-47D9-8DB8-28B522F4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7667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6B265F-4ABD-4D34-A7AE-30C063FF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7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SDF Regression Loss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FB92AE-6453-4E5F-806D-4FD2D75C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A12E6D-D20D-4947-9564-AA579FC8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sdf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7C284C-7EE3-48F0-980E-2F0BBA10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14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3CE615-A02D-4904-856C-CCD6AFFD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05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sdf/dist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2E7D82-1806-4017-9F57-66DF8FC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A230E1-18E8-4942-9DE7-9D0A4591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9102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81CD6D-2B93-4A06-9BD3-ADEC4838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SDF-Mask Consistency Loss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F8255C-51A5-4D28-9896-01F1F2C2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A0C839-D2B4-4C07-8775-6E6E46C4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sdf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19CCF4-BF2F-4A6C-93A5-572EE0F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291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F7F96F-F040-4FD4-9C5B-D4A897AB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label/mask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8185E12-E44A-46DC-B5F0-6C150EA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14DEF5-2019-479D-A80A-E0770A56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0537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0C3723-6F2F-49D3-905E-B51C95C4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Core Auxiliary Loss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A057821-D449-479D-A707-2E29673E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434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1DF5C0-8F5C-4CA8-8909-7761460F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core_logits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F502E91-48FB-4F4D-94D3-391F773A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434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560D06-3B0F-4DE2-A2C5-4B937BB6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33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core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9667286-7293-4B9D-BC80-4A648193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C6B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0350608-F5EA-4AFC-B3E9-D91F51E6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19725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49D239-3D2F-42DF-BA70-998E4B15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10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Soft Center Loss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5D3943F-4C3B-4C99-8E49-1A262DA2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578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7183FA5-6EDC-4E3A-BB62-330C9B6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483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116E06B-7D01-47A2-8072-6306C292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578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7620">
            <a:solidFill>
              <a:srgbClr val="C85F3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25B7DF-660E-40E4-9736-4130E321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483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label/mask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16F41E-75A7-4595-A704-CA2D6E40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578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09F12B-8125-4F3C-A04C-DA7816AA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483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core 可选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5067F5E-845D-466E-A4DC-49F1439F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385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3D6423-789A-4E04-A87F-5579B23C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4332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F8E0BD0-F2C8-4B67-ADE0-8B880DA1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19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动态权重调度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300E89-F2A9-4924-B0D8-B8DA667E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621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07E19CC-D452-4387-B97A-47ECA4A5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8A1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FE5F7A-4F43-4B4D-9537-90670105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Warmup</a:t>
            </a:r>
          </a:p>
          <a:p xmlns:a="http://schemas.openxmlformats.org/drawingml/2006/main">
            <a:pPr algn="ctr">
              <a:def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Dice + CE/BCE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41C00E-1403-46C0-9E2C-5FB21937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07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8A1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4BA1C5C-3354-4224-988B-E81CCAC1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07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  <a:p xmlns:a="http://schemas.openxmlformats.org/drawingml/2006/main">
            <a:pPr algn="ctr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Tversky / Boundary / SDF / Core / Center 逐步加入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5E6733-9BE7-4782-BD71-FFA2D74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8A1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070F7C1-795A-4478-8753-D76897D1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Stage2</a:t>
            </a:r>
          </a:p>
          <a:p xmlns:a="http://schemas.openxmlformats.org/drawingml/2006/main">
            <a:pPr algn="ctr">
              <a:defRPr sz="120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component_weight 启用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98F87AD-DFC9-4D87-BB9B-CD178332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43400"/>
            <a:ext cx="2076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B7D780C-5EAC-444F-890B-C3D21E11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3390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L_total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1C06AA-083A-4E8E-8E5F-9CC5AB68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rPr>
              <a:t>权重汇总：</a:t>
            </a:r>
          </a:p>
          <a:p xmlns:a="http://schemas.openxmlformats.org/drawingml/2006/main">
            <a:pPr algn="l">
              <a:def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rPr>
              <a:t>Dice / CE-BCE</a:t>
            </a:r>
          </a:p>
          <a:p xmlns:a="http://schemas.openxmlformats.org/drawingml/2006/main">
            <a:pPr algn="l">
              <a:def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rPr>
              <a:t>Tversky / Boundary</a:t>
            </a:r>
          </a:p>
          <a:p xmlns:a="http://schemas.openxmlformats.org/drawingml/2006/main">
            <a:pPr algn="l">
              <a:def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rPr>
              <a:t>SDF / Core / Center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CC7198-01E1-45DC-8352-CE28A2C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00500"/>
            <a:ext cx="19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69DA958-FE8A-4C98-942C-7D0D1BE5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386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76D88D3-7F29-46F2-8A6C-EA98EF03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user-provided loss-flow spec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3AF5A4-0779-4312-8D5F-F3D1FC5D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11708376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10FE4-D354-4782-A2B9-E0F1FF00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17B48D6-F946-426D-A9BF-2B00C9E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DEPENDENCY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C8E32-DEE9-4338-92F0-2F9879D6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6B9AB-54D0-4489-AEDC-1B1C131D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每个 loss 的输入边界是可审计的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CF1FB-A017-41C5-9D92-E148B732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77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矩阵把原图中的连线压缩成 4 个判断维度：输出张量、batch 目标、权重/阶段、用途。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4635C-595B-42A5-8B55-FFF6FDA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C02B6-3B99-4288-8046-094CBB76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Loss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7869D-3EEF-494E-B65E-C55D883C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573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83C88-A3CC-4257-B0A3-F57446FB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573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1DE16-2EEA-445E-9970-E621B3B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2573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C258A-85DC-4CDD-8787-0E57FE76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2573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batch 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B4E34-880B-4A92-9455-7BEF05D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8974B-D174-437E-8D6A-CEA5110D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 / 权重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5758D-4374-4358-861F-873F68A7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2228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4D7E0-E8E2-4FC2-8984-BFBE2678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257300"/>
            <a:ext cx="2228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4B6BF-154C-4E85-9531-9D1A3A43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D19955-978A-4B58-A75F-EC48F799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4797F-9AB1-4E25-BEB0-5E66C9F5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31F59-B030-470A-980F-B2050868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8827A-AA75-4005-BA73-5B1B98B3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192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F7F72-AD9D-4368-8270-BB7B8922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Dice Loss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D4D81-B1E7-4966-9DE8-88BDA1EB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716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0A994-B272-4B36-87D2-4340EC28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621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455CB-0670-40EF-AEA4-98367AF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200F3-E3A9-45FB-B554-7216CB57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 / mask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7D2FD-9E9E-45A5-B899-351C5B38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03BF6-E7D7-4173-8906-4AA756BB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component_weight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6D098-EEE8-4447-B927-D0054B1B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FB5BE-9FA0-4EFF-AC97-288C4C64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764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主分割重叠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B3161-CADC-46F9-A0D4-7F1B2FD6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EB3175-DE90-4F6F-AD23-5CECA2CC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336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ECF4D-4D79-4CFB-A7EF-627043A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336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DDF6F6-2A3E-4B95-A7F4-3F894532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42D1BE-1D21-4E3B-A48C-E0FFE3BD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10D089-5954-44BF-814D-D974E19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CE / BCE Loss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E8B5BB-DFD8-4969-B9F7-86CCAC15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E13837-32DE-42DD-A367-B78191B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CC946F-5FA7-4D9E-A84A-91E9C5F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745285-2FD8-4DD8-AB77-3730DDE3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764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 / mask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81A596-C8F9-49EB-B05D-C3368773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3F33B7-C541-4117-8125-C516253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764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component_weight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2B0518-350E-483F-BADF-3399630B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23AE98-017F-40A9-94BE-BA25F143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907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像素/体素分类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BB9C01-3C07-4606-A6F7-0A5BC0F3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D57CCD-24F9-4A23-8832-38EA3B60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479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533E10-4B74-47A9-B7B6-DCA16FD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18916A-83C3-4722-9FC7-87A6DF54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4BF990-FD41-4066-8929-B55D6B7E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479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674335-CFD7-4ADA-987C-65B8C8D6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Tversky Loss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E3374-2FFC-48F9-8272-1ACD5589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670587-760F-4352-A2DF-D298740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908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621EC9-793A-482F-9A0A-8F1ECC2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70C727-035F-4818-8D52-3D88301E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908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 / mask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0AAD83-86CE-4F2D-A491-DD98FB28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4827ED-87DE-4141-AC7A-32C9E1B1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component_weight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943DAE-D282-4F0A-B43D-574E6D27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59B1A1-BD40-4102-9825-C3A80EB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不平衡前景惩罚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0B8FCE-6E10-4775-89DD-23460A4C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DB7962-4E96-41D3-9DD9-11068152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9BEE58-8701-44DE-8665-774FE6F8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623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422294-A81F-428E-908E-DDEDB3EB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221FA0-7F58-4BA8-8330-8788AC71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D2522C-F938-4173-AA5E-35E761C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Boundary-aware CE / BCE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8B8A75-F905-4060-A71D-DABC81D6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4691A2-6407-4BBA-99DC-9D62C2F1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05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809241-5ED0-4E17-BB15-6DE8692F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47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6D5FCF-9C41-4181-8531-89DFAC46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051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 / mask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EDC583-E074-4824-B05C-7580A5A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8DFA3A-E972-438B-883B-1AD37D13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051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boundary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14E6B70-2972-45C8-9961-6DF8D71B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43DAC19-9A6C-45F5-9EC3-97BC62EA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051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sdf / dist_map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092D08-F0FB-46CC-87FF-68E8C795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5D1FE5-BF21-4DC4-89B4-D59B8240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边界区域强化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77A063-A6C8-4110-87BF-8A76E69B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90A32A-B659-44B7-98DB-30DEB1D9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766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D0C41A-7F6F-4263-9265-471DB45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E643CEA-AC16-4870-8441-10011889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B22E1D-4E14-46D9-A57A-64E038DF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766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B77993-E3DE-4DE0-BB6E-1A7FAA16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SDF Regression Loss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6B3AC1-6CA5-47FD-8FC5-1715DC43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290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B0AC91-7721-48DE-81A7-F4078AB8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95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sdf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F43428-A747-4AE7-BEE0-BDFEA6B0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9D84481-5934-4A72-8187-7E4A0420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952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sdf / dist_map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74ED40-D0AD-45BF-933B-F817B86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D6429E5-7D2A-4F9D-9E06-6CEA54C0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338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距离场回归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2E70793-FAA0-4B9C-8BBB-FF3465FF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CE407C-98FB-478E-A2C6-7FA76083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910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38DBF8C-59FC-4C9C-BE83-5D7749C6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910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1DC360-C198-4E8D-A9AA-AADB38A9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E4C301-3324-42C5-A1D1-C4455B87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9100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564149-749E-4EB4-9269-708EC222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SDF-Mask Consistency Loss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A0D18D9-271E-4E61-A9D7-3BE109B6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7E3DC9-A9DB-438D-8C69-9255F413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338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sdf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5B99B5-BB60-45AD-8388-EAA278E8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434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8E6FBBB-9A46-47AB-A8C5-239279E5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338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 / mask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737C77-156B-4E8C-934E-D4F5EB8C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3C469F-DE73-4E8D-8EFA-7B86FFB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SDF 与 mask 一致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4F44A61-7324-453B-9E8C-2ECC4AD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5E78B1-A8F3-4444-B245-F62CAE8A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053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47B4AA8-12B1-47CF-96B9-A8948781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053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AE3A873-2654-4DC8-8998-34F5F5D9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053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C4C654-3EA0-400C-B6C5-E841B44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053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1EA3DEE-459A-4800-A0CD-1965C3D1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Core Auxiliary Loss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1AF75FE-F2FD-48BF-8F4D-C1AC9E03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8BE46DA-0237-4ADC-BD57-BF72FF9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482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core_logits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26176ED-B5A9-4A2E-B153-0EB804A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001CBB7-5FD2-43E3-91E5-062DE62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482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core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3CF42B6-3E5B-4EE2-8C0F-732B7B0C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C8484D-1CD6-4A17-83F3-7EDA8CAD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62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核心区域辅助监督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4F1862-8278-4956-8A9D-C448959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B745D7C-32E5-4449-B026-CE656F6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DF9B68F-AB54-4E10-845C-B260EB5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197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AD6DD79-F90E-40F6-BC88-7798EA28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612F16-48EC-4194-9752-7DE4F1C6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1970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7620">
            <a:solidFill>
              <a:srgbClr val="E5DFD4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56DD384-35B5-43B1-8C87-3F9D2810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Soft Center Loss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85FEE3C-478C-4F71-AE38-6B5E34FF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721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145ABE-757F-445C-8C9F-4C48B301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625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mask_logits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1E83DB-75FE-4AAF-9EBA-6375AC4F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3721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5F1674-1440-41F0-B02D-99E15C0B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36257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core_logits 可选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FD63A2E-D292-4F7D-AEC7-D106479A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721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943E84-CC67-430F-A80A-1651348C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62575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label / mask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D4B86CC-B223-4442-B9B2-D333C7FF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D4DDFCD-1589-4BEC-8322-927986D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768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中心约束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F3E1343-7248-4E94-B9AB-31576D64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7620">
            <a:solidFill>
              <a:srgbClr val="D9CDB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A5F3F13-1317-4437-BAE6-9F6E91B7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检查点：component_weight 只影响 Dice / CE-BCE / Tversky 等 mask 分支，SDF 与 core 分支保持各自监督来源。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04B8C36-67A2-4554-9F40-8C39DE1C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293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3333"/>
            </a:srgbClr>
          </a:solidFill>
          <a:ln xmlns:a="http://schemas.openxmlformats.org/drawingml/2006/main" w="6668">
            <a:solidFill>
              <a:srgbClr val="2E7D6B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C88B668-D5C3-45E1-8C9E-E956A50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198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模型输出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03E7F32-4FFA-41A3-9866-E1C86C2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293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>
              <a:alpha val="13333"/>
            </a:srgbClr>
          </a:solidFill>
          <a:ln xmlns:a="http://schemas.openxmlformats.org/drawingml/2006/main" w="6668">
            <a:solidFill>
              <a:srgbClr val="C85F3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7070CED-3EC1-4EC2-A11D-567A7D1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0198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batch 字段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608DFD2-3C43-4F0F-A1B9-3365DA3E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user-provided loss-flow spec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2F59203-7D07-431D-A8E7-FCD65CA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10650298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F068B-1CB9-4EF8-805C-D1A09CDD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7D517F72-795D-426D-88F5-A332E212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47D47-4FEF-4F8C-B846-2FB72E97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14303-CAAB-43DE-8366-0C3A85C7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调度器先稳住分割，再加入结构约束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04032-A153-470F-A2F6-9A8AC341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47700"/>
            <a:ext cx="457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Warmup 阶段控制优化难度；Warmup 后逐步加入边界、SDF、核心和中心约束；Stage2 再启用 component_weight。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7154D-07CB-4C8B-8C0A-B39E58E9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CB338-1F88-4BFF-9634-4FF49697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1BB8F-E374-46F2-A3C3-483F8FC4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7D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CF88A-28F9-4F63-8C12-BBF55E6E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19250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Warmup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54949-8E67-4D2A-82CF-06BEE8CE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仅保留 Dice + CE/BCE，先让 mask_logits 学到稳定的前景/背景判别。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E8B81-9BD4-46EB-8071-E2940487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4599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606E8-5188-4ABF-8DC0-B8D5252C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42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839C1-427A-4FD9-92B6-C1E2DFCA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383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4599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BE6F7-0BC1-4446-BD2E-F781BFCB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262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Warmup 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2A77A-8C51-4763-A54F-121DA85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97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Tversky、Boundary、SDF、Core、Center 按权重逐步加入，强化形状、边界和中心一致性。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A3F10-CB6E-430F-A358-2949CE0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F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42D07-F7E3-4987-A671-65351BA1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F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CADDB-8DE2-4F61-95BF-7DDD9619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3830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5F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DB721-25A4-4EB4-81C3-541CCE51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19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Stage2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C5158-2C4C-424F-B7A9-721BF89F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启用 component_weight，让 mask 分支对实例/连通域权重敏感。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00A1A-C9C4-4650-B48B-8FF9FDA3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336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01FF88-33D2-4EDF-9116-3432DCE6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218D8-54FB-4789-9046-9F34479C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A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3AB62-08C2-4E1B-9D68-792DEB73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288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8A1C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6E474-D01F-4B09-B154-7B34A32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76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9525">
            <a:solidFill>
              <a:srgbClr val="1820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4746D-C837-4244-A4BE-48D2CCC0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总损失公式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78E38-9A53-4126-8AD2-22F49E04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L_total =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7C22E-CD4E-42C9-B70F-7941DDAC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2549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749A19-CE49-494E-A2F9-F5B37046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w_dice L_dice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055C95-D271-499C-BFA6-2C8FED5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01C9B-890A-46F6-8860-9E83363A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9575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>
              <a:alpha val="12549"/>
            </a:srgbClr>
          </a:solidFill>
          <a:ln xmlns:a="http://schemas.openxmlformats.org/drawingml/2006/main" w="7620">
            <a:solidFill>
              <a:srgbClr val="2E7D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F7828-15DB-4D06-9C2A-9D9EB83D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9575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w_ce L_ce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D9688-DB83-4F45-8E44-69DA18E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EC8E09-8D99-48EA-842F-B65F13A3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>
              <a:alpha val="12549"/>
            </a:srgbClr>
          </a:solidFill>
          <a:ln xmlns:a="http://schemas.openxmlformats.org/drawingml/2006/main" w="7620">
            <a:solidFill>
              <a:srgbClr val="34599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2A7E5-44C0-41E4-A541-3DFFC012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59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5995"/>
                </a:solidFill>
                <a:latin typeface="Aptos"/>
                <a:ea typeface="Aptos"/>
                <a:cs typeface="Aptos"/>
              </a:rPr>
              <a:t>w_tversky L_tversky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1118CA-C8F4-4C99-802B-6EA3195F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D0AD1-D3AA-4BFA-9D04-A6B77FCE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>
              <a:alpha val="12549"/>
            </a:srgbClr>
          </a:solidFill>
          <a:ln xmlns:a="http://schemas.openxmlformats.org/drawingml/2006/main" w="7620">
            <a:solidFill>
              <a:srgbClr val="34599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E49E9-B286-4B9F-B201-355203D2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59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5995"/>
                </a:solidFill>
                <a:latin typeface="Aptos"/>
                <a:ea typeface="Aptos"/>
                <a:cs typeface="Aptos"/>
              </a:rPr>
              <a:t>w_boundary L_boundary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2929C7-84FB-4491-86C6-5A300600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95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D185E9-1142-41A3-8F0B-4071994E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>
              <a:alpha val="12549"/>
            </a:srgbClr>
          </a:solidFill>
          <a:ln xmlns:a="http://schemas.openxmlformats.org/drawingml/2006/main" w="7620">
            <a:solidFill>
              <a:srgbClr val="34599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E3F31F-3777-47B0-943D-52BE9698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59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5995"/>
                </a:solidFill>
                <a:latin typeface="Aptos"/>
                <a:ea typeface="Aptos"/>
                <a:cs typeface="Aptos"/>
              </a:rPr>
              <a:t>w_sdf L_sdf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E8CBAF-8873-4702-ADA1-836FC66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9575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37107D-5495-4FA5-9D0F-D01D87A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995">
              <a:alpha val="12549"/>
            </a:srgbClr>
          </a:solidFill>
          <a:ln xmlns:a="http://schemas.openxmlformats.org/drawingml/2006/main" w="7620">
            <a:solidFill>
              <a:srgbClr val="34599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6EECFA-0D66-4451-89FD-38B4CC71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59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5995"/>
                </a:solidFill>
                <a:latin typeface="Aptos"/>
                <a:ea typeface="Aptos"/>
                <a:cs typeface="Aptos"/>
              </a:rPr>
              <a:t>w_core L_core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CB0E91-DEB6-4618-8DA9-38CC21D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48200"/>
            <a:ext cx="20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EF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EFE8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111491-A1AF-4815-A64B-0A07BBA7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48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A1C">
              <a:alpha val="12549"/>
            </a:srgbClr>
          </a:solidFill>
          <a:ln xmlns:a="http://schemas.openxmlformats.org/drawingml/2006/main" w="7620">
            <a:solidFill>
              <a:srgbClr val="B98A1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8B7475-A04B-450D-8016-F011AB44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48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8A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8A1C"/>
                </a:solidFill>
                <a:latin typeface="Aptos"/>
                <a:ea typeface="Aptos"/>
                <a:cs typeface="Aptos"/>
              </a:rPr>
              <a:t>w_center L_center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1C6E4C-2524-4441-BB64-C687C982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6668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1AB70C-73B1-4803-803B-5E1579F3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48200"/>
            <a:ext cx="2990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rPr>
              <a:t>center_source=core 时 C8 可接 core_logits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87821C-F5B2-486C-9B81-9B8026A5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48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6668">
            <a:solidFill>
              <a:srgbClr val="FFFFFF">
                <a:alpha val="25098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1F85B3-FCCF-4BC9-8C1D-87E2835A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48200"/>
            <a:ext cx="2990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F2EFE8"/>
                </a:solidFill>
                <a:latin typeface="Microsoft YaHei"/>
                <a:ea typeface="Microsoft YaHei"/>
                <a:cs typeface="Microsoft YaHei"/>
              </a:rPr>
              <a:t>Stage2 后 component_weight 注入 mask 类 loss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93D54C-2032-49E8-850E-451D64CA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7620">
            <a:solidFill>
              <a:srgbClr val="D9CDB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68DFE9-FBC3-4D92-80A2-73F8F1B2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202B"/>
                </a:solidFill>
                <a:latin typeface="Microsoft YaHei"/>
                <a:ea typeface="Microsoft YaHei"/>
                <a:cs typeface="Microsoft YaHei"/>
              </a:rPr>
              <a:t>讲解顺序建议：先解释 outputs 与 batch 字段，再逐项说明 loss，最后说明调度器为什么推迟结构类约束。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291329-6C1B-4C92-8742-1D29BA3C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Source: user-provided loss-flow spec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DF5998-9F86-4B5D-AF5B-C131C562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809456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2026-06-04T08:36:43.3160000Z</dcterms:created>
  <dcterms:modified xsi:type="dcterms:W3CDTF">2026-06-04T08:36:43.3160000Z</dcterms:modified>
</coreProperties>
</file>